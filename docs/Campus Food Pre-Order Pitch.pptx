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reframe: this is not "ordering food online", it is managing scarce, slot-bound stock that many people compete for, with a state machine on top. Three personas, each gets its own view: customer, outlet staff, outlet manager. Walk the workflow left to right: submit reserves stock immediately, staff confirm, prep, ready, collected. Only Rejected and Cancelled give stock back; Collected is consumed. We turned the brief's 12 business conditions into 17 numbered rules, each traceable in the README. Call out the key assumptions: one outlet, no login (role selector), customer can also withdraw a pending order (A6), and an app clock fixed to the demo date so slot cut-offs still work. Scope: the full lifecycle across three views; payments, notifications, editing orders and partial fulfilment are deliberately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three layers with dependencies pointing one way. ui/ is Streamlit only and never touches SQL; services/ holds every business rule and never imports Streamlit; core/ holds the shared contracts: the TRANSITIONS table, the database helper and the seed. Because buttons come from allowed_actions(), which reads the same table, the UI can never offer an illegal move. Key decisions: availability is derived on every read from orders in the COUNTED statuses, so it cannot drift; every write runs inside tx(), which opens BEGIN IMMEDIATE, so two customers cannot both take the last unit; confirmation is hybrid: small orders auto-confirm, larger ones go to staff review. Trade-offs: stock is reserved at submit, so a pending order may hold stock that is later rejected, but nobody is confirmed for food that is gone; customers use a pickup code instead of a login; plain functions and sqlite3 keep every file explainable; we rebuilt cleanly in src/ instead of patching the older backend, which stored a counter and did not reserve atomically. Validation: AT-01 to AT-18 are pytest tests, including a concurrency test, and AI_LOG.md records the AI suggestions we caught and corrected. Each member owns separate files: A data and ordering, B rules and lifecycle, C the UI and docs. Bonus: in-app notifications written in the same transaction as the status change. Close with limits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01 · Problem understanding stock, per slot, under contention One lifecycle where a slot can never be oversold, and every refusal tells the customer why. Workflow we prioritised: one order, end to end Submit Customer Pending Staff reviews quantity check Confirmed Stock held Preparing No cancel now Ready At counter Collected Consumed Rejected (staff, with reason) or Cancelled (customer, before prep) → stock released at once. Collected stays consumed. Who it serves Customer : available items, order, track, cancel Outlet Staff : confirm or reject, move orders to pickup Outlet Manager : slot quantities, flag shortages + reason Secondary: campus admin 17 rules from 12 conditions Available = capacity − held by active orders All-or-nothing: one short line fails the order Only Rejected or Cancelled release stock No cancel once Preparing; no second collect Flagged unavailable blocks new orders only Assumptions and 90-min scope One outlet, no login : role selector (A1, A4) Cancel allowed while P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02 · Solution and engineering decisions Rules in one layer, UI stays thin ui → services → core. Dependencies point one way only. ui/ 4 role views; only buttons from allowed_actions() appear services/ ordering, lifecycle, availability, menu, clock, notify core/ TRANSITIONS table, tx() with BEGIN IMMEDIATE, schema, seed Design decisions Availability derived from COUNTED orders, never stored One TRANSITIONS table drives every button BEGIN IMMEDIATE around every write Hybrid confirm: small orders auto, the rest to staff Trade-offs Reserve at submit : pending orders may briefly hold stock Pickup code, not login , for cancel and collect Plain functions + sqlite3 : no ORM, no classes Fresh src/ build over patching the old backend Validation and team AT-01 to AT-18 as pytest , plus edge cases Concurrency: two buyers, last unit, one wins AI_LOG.md records what we caught in AI output Split by file: A ordering, B lifecycle, C UI Limits → next No real login → campus SSO and roles Stuck orders hol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Food Pre-Order Pitch</dc:title>
  <dc:subject/>
  <dc:creator/>
  <cp:lastModifiedBy/>
  <cp:revision>1</cp:revision>
  <dcterms:created xsi:type="dcterms:W3CDTF">2026-10-14T12:44:37Z</dcterms:created>
  <dcterms:modified xsi:type="dcterms:W3CDTF">2026-10-14T12:44:37Z</dcterms:modified>
</cp:coreProperties>
</file>